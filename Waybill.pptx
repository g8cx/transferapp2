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hyperlink" Target="https://github.com/sstrg/Transferapp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Разработкой занимались: А. Голубев и А. Дворянинов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Разработкой занимались: А. Голубев и А. Дворянинов</a:t>
            </a:r>
          </a:p>
        </p:txBody>
      </p:sp>
      <p:sp>
        <p:nvSpPr>
          <p:cNvPr id="172" name="Веб приложение для составления транспортных накладных с выгрузкой в ехсеl отчет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194505">
              <a:defRPr spc="-208" sz="10439"/>
            </a:lvl1pPr>
          </a:lstStyle>
          <a:p>
            <a:pPr/>
            <a:r>
              <a:t>Веб приложение для составления транспортных накладных с выгрузкой в ехсеl отчеты</a:t>
            </a:r>
          </a:p>
        </p:txBody>
      </p:sp>
      <p:sp>
        <p:nvSpPr>
          <p:cNvPr id="173" name="«Waybill»"/>
          <p:cNvSpPr txBox="1"/>
          <p:nvPr>
            <p:ph type="subTitle" sz="quarter" idx="1"/>
          </p:nvPr>
        </p:nvSpPr>
        <p:spPr>
          <a:xfrm>
            <a:off x="1201342" y="7223190"/>
            <a:ext cx="4327807" cy="1146407"/>
          </a:xfrm>
          <a:prstGeom prst="rect">
            <a:avLst/>
          </a:prstGeom>
          <a:solidFill>
            <a:srgbClr val="FFFFFF"/>
          </a:solidFill>
        </p:spPr>
        <p:txBody>
          <a:bodyPr/>
          <a:lstStyle>
            <a:lvl1pPr>
              <a:defRPr b="0" sz="38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«Waybill»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Техническая реализация:"/>
          <p:cNvSpPr txBox="1"/>
          <p:nvPr>
            <p:ph type="title"/>
          </p:nvPr>
        </p:nvSpPr>
        <p:spPr>
          <a:xfrm>
            <a:off x="722210" y="667853"/>
            <a:ext cx="13796999" cy="1433164"/>
          </a:xfrm>
          <a:prstGeom prst="rect">
            <a:avLst/>
          </a:prstGeom>
        </p:spPr>
        <p:txBody>
          <a:bodyPr/>
          <a:lstStyle/>
          <a:p>
            <a:pPr/>
            <a:r>
              <a:t>Техническая реализация:</a:t>
            </a:r>
          </a:p>
        </p:txBody>
      </p:sp>
      <p:sp>
        <p:nvSpPr>
          <p:cNvPr id="176" name="Реализация frontend:…"/>
          <p:cNvSpPr txBox="1"/>
          <p:nvPr>
            <p:ph type="body" idx="21"/>
          </p:nvPr>
        </p:nvSpPr>
        <p:spPr>
          <a:xfrm>
            <a:off x="940140" y="2276104"/>
            <a:ext cx="5772825" cy="42748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>
              <a:defRPr sz="4000"/>
            </a:pPr>
            <a:r>
              <a:t>Реализация frontend:</a:t>
            </a:r>
          </a:p>
          <a:p>
            <a:pPr>
              <a:defRPr sz="4000"/>
            </a:pPr>
            <a:r>
              <a:t>Python</a:t>
            </a:r>
          </a:p>
          <a:p>
            <a:pPr>
              <a:defRPr sz="4000"/>
            </a:pPr>
            <a:r>
              <a:t>Django</a:t>
            </a:r>
          </a:p>
          <a:p>
            <a:pPr>
              <a:defRPr sz="4000"/>
            </a:pPr>
            <a:r>
              <a:t>Java script </a:t>
            </a:r>
          </a:p>
        </p:txBody>
      </p:sp>
      <p:sp>
        <p:nvSpPr>
          <p:cNvPr id="177" name="Реализация backend:…"/>
          <p:cNvSpPr txBox="1"/>
          <p:nvPr/>
        </p:nvSpPr>
        <p:spPr>
          <a:xfrm>
            <a:off x="7677698" y="2276104"/>
            <a:ext cx="5772826" cy="4274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4000"/>
            </a:pPr>
            <a:r>
              <a:t>Реализация backend: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4000"/>
            </a:pPr>
            <a:r>
              <a:t>Html/css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4000"/>
            </a:pPr>
            <a:r>
              <a:t>Java script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Целевая аудитория нашего приложения это индивидуальные предприниматели, владельцы одной-двух газелей, самозанятые перевозчики, фермеры, доставляющие свою продукцию. Это актуально именно потому что у них нет бухгалтера в штате и нет денег на дорогой 1С ил"/>
          <p:cNvSpPr txBox="1"/>
          <p:nvPr/>
        </p:nvSpPr>
        <p:spPr>
          <a:xfrm>
            <a:off x="676712" y="883120"/>
            <a:ext cx="13177217" cy="623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Целевая аудитория нашего приложения это индивидуальные предприниматели, владельцы одной-двух газелей, самозанятые перевозчики, фермеры, доставляющие свою продукцию.</a:t>
            </a:r>
            <a:br/>
            <a:r>
              <a:t>Это актуально именно потому что у них нет бухгалтера в штате и нет денег на дорогой 1С или «МойСклад».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Им нужно быстро выставить закрывающий документ клиенту, не распечатывая кучу листов.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600"/>
            </a:pPr>
            <a:r>
              <a:t>Наше приложение дает «чистый» Excel-файл, который можно сразу отправить в бухгалтерию клиента или распечатать.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Интерфейс спроектирован по принципу «открыл и заполнил». Пользователю не нужно обучаться, читать инструкции или разбираться в иерархии меню. Все, что требуется для создания транспортной накладной, находится на одном экране. По завершении заполнения всех "/>
          <p:cNvSpPr txBox="1"/>
          <p:nvPr/>
        </p:nvSpPr>
        <p:spPr>
          <a:xfrm>
            <a:off x="501549" y="482647"/>
            <a:ext cx="8214248" cy="679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Интерфейс спроектирован по принципу «открыл и заполнил». Пользователю не нужно обучаться, читать инструкции или разбираться в иерархии меню. Все, что требуется для создания транспортной накладной, находится на одном экране. По завершении заполнения всех полей система формирует документ, готовый к подписанию сторонами.</a:t>
            </a:r>
          </a:p>
        </p:txBody>
      </p:sp>
      <p:pic>
        <p:nvPicPr>
          <p:cNvPr id="182" name="Снимок экрана.png" descr="Снимок экрана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13257" y="409130"/>
            <a:ext cx="15087527" cy="128977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Снимок экрана 2026-04-03 в 1.04.34 PM.png" descr="Снимок экрана 2026-04-03 в 1.04.34 PM.png"/>
          <p:cNvPicPr>
            <a:picLocks noChangeAspect="1"/>
          </p:cNvPicPr>
          <p:nvPr/>
        </p:nvPicPr>
        <p:blipFill>
          <a:blip r:embed="rId2">
            <a:extLst/>
          </a:blip>
          <a:srcRect l="0" t="0" r="1555" b="0"/>
          <a:stretch>
            <a:fillRect/>
          </a:stretch>
        </p:blipFill>
        <p:spPr>
          <a:xfrm>
            <a:off x="14319119" y="764778"/>
            <a:ext cx="9135436" cy="12186299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После внесения всех необходимых данных пользователь получает итоговую форму транспортной накладной, пригодную для проставления подписей грузоотправителя и грузополучателя."/>
          <p:cNvSpPr txBox="1"/>
          <p:nvPr/>
        </p:nvSpPr>
        <p:spPr>
          <a:xfrm>
            <a:off x="1024700" y="752740"/>
            <a:ext cx="7382963" cy="4558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После внесения всех необходимых данных пользователь получает итоговую форму транспортной накладной, пригодную для проставления подписей грузоотправителя и грузополучателя.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2026-04-04 12.15.44 AM.jpg" descr="2026-04-04 12.15.44 AM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527306" y="706569"/>
            <a:ext cx="9909858" cy="123028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Ссылка на гит хаб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Ссылка на гит хаб</a:t>
            </a:r>
          </a:p>
        </p:txBody>
      </p:sp>
      <p:pic>
        <p:nvPicPr>
          <p:cNvPr id="190" name="Изображение.png" descr="Изображение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808696" y="919961"/>
            <a:ext cx="9890489" cy="9890489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https://github.com/sstrg/Transferapp"/>
          <p:cNvSpPr txBox="1"/>
          <p:nvPr/>
        </p:nvSpPr>
        <p:spPr>
          <a:xfrm>
            <a:off x="1257860" y="2966896"/>
            <a:ext cx="1013490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u="sng"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https://github.com/sstrg/Transferapp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Спасибо за внима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Спасибо за внимание</a:t>
            </a:r>
          </a:p>
        </p:txBody>
      </p:sp>
      <p:sp>
        <p:nvSpPr>
          <p:cNvPr id="194" name="Мы старались"/>
          <p:cNvSpPr txBox="1"/>
          <p:nvPr/>
        </p:nvSpPr>
        <p:spPr>
          <a:xfrm>
            <a:off x="1330504" y="2436875"/>
            <a:ext cx="3957067" cy="77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500"/>
            </a:lvl1pPr>
          </a:lstStyle>
          <a:p>
            <a:pPr/>
            <a:r>
              <a:t>Мы старались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